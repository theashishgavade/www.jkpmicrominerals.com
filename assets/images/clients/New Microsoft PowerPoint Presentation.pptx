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F2276-0CA4-DFC7-EA62-F27940677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D04910-E364-7A36-462F-45CB07253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78128-5CB3-931D-A72E-9C03870E8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114BE-506C-4DD0-8F17-C1215CC8C30B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8672C-0A84-5317-8857-EEF89AD91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9E752-117C-4109-CD9C-DDC6517A9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0418E-4E62-4AA2-BCA4-0F2923A9E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5796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444A6-4988-C0D0-F248-FCAACFB36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F220F-3910-D6C3-723C-990F918DE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BC86B-5414-A58E-F08C-4FF90DD3D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114BE-506C-4DD0-8F17-C1215CC8C30B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3987F-E81D-81EB-942E-5DA1C1D4E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1ECCF-BFE7-A739-46DC-426B4A0C3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0418E-4E62-4AA2-BCA4-0F2923A9E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285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60D64-7C04-468A-FD36-90AF2BA2B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96473A-9C3E-44BC-003F-2A8922342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E720E-B7B5-5987-3F9D-3342EE8A2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114BE-506C-4DD0-8F17-C1215CC8C30B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1ABC4-7A46-EEFE-4356-73EF688D2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29433-2C58-7B35-EC7E-D027E0E63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0418E-4E62-4AA2-BCA4-0F2923A9E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1271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D0408-46E8-DA7A-E3FC-7B4101AC5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F6BF7-A7BF-9808-B480-F98FEB0629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1656D3-CB96-7B6E-0C77-385E5A5204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6A2D0F-A7BD-3F12-2CD7-7AB8367AF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114BE-506C-4DD0-8F17-C1215CC8C30B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2CD5BB-6086-86BD-721E-070F91B40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42C751-9591-EC43-FA26-3B6E41263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0418E-4E62-4AA2-BCA4-0F2923A9E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6679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75754-30BE-D4AA-0FA7-B2FD5454A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E8CB40-4AC0-92E6-B896-4CC3653531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973011-FFE4-7840-D30B-64AAA8074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522160-BD3A-BDCB-5A53-AF3CFD4793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10B752-0756-6E36-215D-E3B071D62E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38D23F-8E04-F678-66F3-AD9DA786B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114BE-506C-4DD0-8F17-C1215CC8C30B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7B31F-16C5-6A61-B250-32462C23B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E46BE4-3042-B35C-3CE1-587EC1B2F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0418E-4E62-4AA2-BCA4-0F2923A9E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2391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A803F-7607-3E8E-9AEA-57C26A7E8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349160-EEC6-95F7-9EAD-467B01B42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114BE-506C-4DD0-8F17-C1215CC8C30B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DA6CC5-052E-4672-2B81-D0BC14F00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B22B1F-DAE3-0F89-2A16-63E6C38D1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0418E-4E62-4AA2-BCA4-0F2923A9E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3684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AAF4DA-FC4B-DBDE-DEEB-EC0C88658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114BE-506C-4DD0-8F17-C1215CC8C30B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A3E193-AF46-6EF1-1892-D51D71F5A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7E6BD7-445C-56C4-D0BE-ABDDCC7A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0418E-4E62-4AA2-BCA4-0F2923A9E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224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DB890-ED11-A446-EB15-4B7C43896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5274A-EFE6-90A3-FBAB-5CB255F91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98EB5D-1610-FC51-2E4F-08A5933518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CA252D-1BB1-8A0F-C48A-677C7E5EC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114BE-506C-4DD0-8F17-C1215CC8C30B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C2FB55-4A75-5ED3-7F20-D93463AF5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A77529-CCEE-1000-F652-A3D1183D5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0418E-4E62-4AA2-BCA4-0F2923A9E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5495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D83A2-8D42-6313-E122-D42D12104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5BC91D-B5D2-F275-6C06-4F254F529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6B27A7-3FC3-2958-547A-0989AF9460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7E8F52-5DD8-D35F-E8D1-E3424CDE1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114BE-506C-4DD0-8F17-C1215CC8C30B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B9CF4-4407-D7B4-F6F3-3654F4EE4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63C98-B11A-8AA8-9ED4-8D19DF747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0418E-4E62-4AA2-BCA4-0F2923A9E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4683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18EE-73AB-B1D8-8A87-1534117CB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CA51CD-0D44-82CE-0E7F-E2D7AC88F0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41FA1-3623-E39C-8D4B-C3F39F588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114BE-506C-4DD0-8F17-C1215CC8C30B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0BC5E-260A-916E-1946-ECAC82883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ECC14-8881-6033-D947-401C121E2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0418E-4E62-4AA2-BCA4-0F2923A9E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4286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742E8B-1416-D834-1E41-40F526326D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46A83B-6779-9798-CF33-D29E039060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6CE39-3ADA-D54A-7564-D54348FEA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114BE-506C-4DD0-8F17-C1215CC8C30B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CA02F-1BE7-2D5E-3A02-0FE56EFAF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94A1A-EA13-C449-9C11-097A721D2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0418E-4E62-4AA2-BCA4-0F2923A9E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029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18017A-05CD-13FB-4B0E-1621F4ACD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D6C9E2-DEA2-F9CD-03D3-29112F477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D2D07-D843-ABE1-932F-05C05D9555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B114BE-506C-4DD0-8F17-C1215CC8C30B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3B18C-FAF5-89A0-28F5-583C80690F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376AF-2A88-B9BD-018A-5AA9C563F2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0418E-4E62-4AA2-BCA4-0F2923A9E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1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19D7FF-8A0C-17D1-1182-271347E976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463" y="1503680"/>
            <a:ext cx="11477809" cy="4023360"/>
          </a:xfrm>
          <a:prstGeom prst="rect">
            <a:avLst/>
          </a:prstGeom>
          <a:effectLst>
            <a:innerShdw blurRad="63500" dist="50800" dir="54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3400903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ASHISH GAVADE</dc:creator>
  <cp:lastModifiedBy>ASHISH GAVADE</cp:lastModifiedBy>
  <cp:revision>1</cp:revision>
  <dcterms:created xsi:type="dcterms:W3CDTF">2026-07-05T17:15:27Z</dcterms:created>
  <dcterms:modified xsi:type="dcterms:W3CDTF">2026-07-05T17:17:12Z</dcterms:modified>
</cp:coreProperties>
</file>